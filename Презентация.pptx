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41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465" y="491412"/>
            <a:ext cx="9977535" cy="3018551"/>
          </a:xfrm>
        </p:spPr>
        <p:txBody>
          <a:bodyPr>
            <a:normAutofit/>
          </a:bodyPr>
          <a:lstStyle/>
          <a:p>
            <a:r>
              <a:rPr lang="ru-RU" sz="4800" dirty="0">
                <a:solidFill>
                  <a:schemeClr val="accent1"/>
                </a:solidFill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9</Words>
  <Application>Microsoft Office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1</cp:revision>
  <dcterms:created xsi:type="dcterms:W3CDTF">2026-05-24T09:23:42Z</dcterms:created>
  <dcterms:modified xsi:type="dcterms:W3CDTF">2026-05-24T13:13:43Z</dcterms:modified>
</cp:coreProperties>
</file>